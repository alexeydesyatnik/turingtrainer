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c0b49550a478c" /><Relationship Type="http://schemas.openxmlformats.org/officeDocument/2006/relationships/extended-properties" Target="/docProps/app.xml" Id="R190d4834a8b24660" /><Relationship Type="http://schemas.openxmlformats.org/officeDocument/2006/relationships/officeDocument" Target="/ppt/presentation.xml" Id="R3a0a93b5385842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b497240214efd"/>
  </p:sldMasterIdLst>
  <p:notesMasterIdLst>
    <p:notesMasterId xmlns:r="http://schemas.openxmlformats.org/officeDocument/2006/relationships" r:id="Rd70105930f004ed7"/>
  </p:notesMasterIdLst>
  <p:sldIdLst>
    <p:sldId xmlns:r="http://schemas.openxmlformats.org/officeDocument/2006/relationships" id="256" r:id="R59c82c7afa7049ba"/>
    <p:sldId xmlns:r="http://schemas.openxmlformats.org/officeDocument/2006/relationships" id="257" r:id="Rb4c5607a5d5746f2"/>
    <p:sldId xmlns:r="http://schemas.openxmlformats.org/officeDocument/2006/relationships" id="258" r:id="Raaa6e97207b5442d"/>
    <p:sldId xmlns:r="http://schemas.openxmlformats.org/officeDocument/2006/relationships" id="259" r:id="R59171ce552af4da6"/>
    <p:sldId xmlns:r="http://schemas.openxmlformats.org/officeDocument/2006/relationships" id="260" r:id="R3266c8f437b34364"/>
    <p:sldId xmlns:r="http://schemas.openxmlformats.org/officeDocument/2006/relationships" id="261" r:id="R69a2e1e06c9c481f"/>
    <p:sldId xmlns:r="http://schemas.openxmlformats.org/officeDocument/2006/relationships" id="262" r:id="Rc286ef39d5ae4a30"/>
    <p:sldId xmlns:r="http://schemas.openxmlformats.org/officeDocument/2006/relationships" id="263" r:id="R0469df1c65834a06"/>
    <p:sldId xmlns:r="http://schemas.openxmlformats.org/officeDocument/2006/relationships" id="264" r:id="R6dbc0838c92447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39988836f4bdf" /><Relationship Type="http://schemas.openxmlformats.org/officeDocument/2006/relationships/slideMaster" Target="/ppt/slideMasters/slideMaster1.xml" Id="Rc6db497240214efd" /><Relationship Type="http://schemas.openxmlformats.org/officeDocument/2006/relationships/notesMaster" Target="/ppt/notesMasters/notesMaster1.xml" Id="Rd70105930f004ed7" /><Relationship Type="http://schemas.openxmlformats.org/officeDocument/2006/relationships/presProps" Target="/ppt/presProps.xml" Id="R7f1920d8a1264313" /><Relationship Type="http://schemas.openxmlformats.org/officeDocument/2006/relationships/viewProps" Target="/ppt/viewProps.xml" Id="Rebf815daf52d4f06" /><Relationship Type="http://schemas.openxmlformats.org/officeDocument/2006/relationships/tableStyles" Target="/ppt/tableStyles.xml" Id="Rce2e85071e5c4891" /><Relationship Type="http://schemas.openxmlformats.org/officeDocument/2006/relationships/slide" Target="/ppt/slides/slide1.xml" Id="R59c82c7afa7049ba" /><Relationship Type="http://schemas.openxmlformats.org/officeDocument/2006/relationships/slide" Target="/ppt/slides/slide2.xml" Id="Rb4c5607a5d5746f2" /><Relationship Type="http://schemas.openxmlformats.org/officeDocument/2006/relationships/slide" Target="/ppt/slides/slide3.xml" Id="Raaa6e97207b5442d" /><Relationship Type="http://schemas.openxmlformats.org/officeDocument/2006/relationships/slide" Target="/ppt/slides/slide4.xml" Id="R59171ce552af4da6" /><Relationship Type="http://schemas.openxmlformats.org/officeDocument/2006/relationships/slide" Target="/ppt/slides/slide5.xml" Id="R3266c8f437b34364" /><Relationship Type="http://schemas.openxmlformats.org/officeDocument/2006/relationships/slide" Target="/ppt/slides/slide6.xml" Id="R69a2e1e06c9c481f" /><Relationship Type="http://schemas.openxmlformats.org/officeDocument/2006/relationships/slide" Target="/ppt/slides/slide7.xml" Id="Rc286ef39d5ae4a30" /><Relationship Type="http://schemas.openxmlformats.org/officeDocument/2006/relationships/slide" Target="/ppt/slides/slide8.xml" Id="R0469df1c65834a06" /><Relationship Type="http://schemas.openxmlformats.org/officeDocument/2006/relationships/slide" Target="/ppt/slides/slide9.xml" Id="R6dbc0838c92447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ec2036a3054e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985d6c7574afb" /><Relationship Type="http://schemas.openxmlformats.org/officeDocument/2006/relationships/notesMaster" Target="/ppt/notesMasters/notesMaster1.xml" Id="R0d2b1e946de747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52f8c5b4194dde" /><Relationship Type="http://schemas.openxmlformats.org/officeDocument/2006/relationships/notesMaster" Target="/ppt/notesMasters/notesMaster1.xml" Id="R6e66eec26b4c45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6e42986fd24056" /><Relationship Type="http://schemas.openxmlformats.org/officeDocument/2006/relationships/notesMaster" Target="/ppt/notesMasters/notesMaster1.xml" Id="Rcebc8933ab6543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95a09f04146cb" /><Relationship Type="http://schemas.openxmlformats.org/officeDocument/2006/relationships/notesMaster" Target="/ppt/notesMasters/notesMaster1.xml" Id="R624252c0adad44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54d13d11814582" /><Relationship Type="http://schemas.openxmlformats.org/officeDocument/2006/relationships/notesMaster" Target="/ppt/notesMasters/notesMaster1.xml" Id="Rfec8386e6aad4c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a932a35d5a4723" /><Relationship Type="http://schemas.openxmlformats.org/officeDocument/2006/relationships/notesMaster" Target="/ppt/notesMasters/notesMaster1.xml" Id="R05b44a529e2a47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857e0c689f480a" /><Relationship Type="http://schemas.openxmlformats.org/officeDocument/2006/relationships/notesMaster" Target="/ppt/notesMasters/notesMaster1.xml" Id="R75fd17cf136c43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b0d20d3e554222" /><Relationship Type="http://schemas.openxmlformats.org/officeDocument/2006/relationships/notesMaster" Target="/ppt/notesMasters/notesMaster1.xml" Id="R5f9c8d707bb84d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15f80b62564a21" /><Relationship Type="http://schemas.openxmlformats.org/officeDocument/2006/relationships/notesMaster" Target="/ppt/notesMasters/notesMaster1.xml" Id="Rbfaf77fba4e842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0:00-0:12. Добрый день. Представляю целостную методическую разработку «Тьюринг под лупой» для подготовки одиннадцатиклассников к заданию 12 КЕГЭ. Она включает сценарий двух уроков, материалы ученика, диагностику и оценивание.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0:12-0:32. Это два урока по 45 минут на стыке информатики и математики. Ученики работают командами и создают диагностический маршрут. Другая команда должна применить его к новой задаче без пояснений авторов.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0:32-1:00. Проблема возникает, когда полная трассировка превращается из учебной опоры в единственный способ решения. На длинной ленте ученик тратит время и накапливает ошибки. По одному ответу учителю трудно понять, увидел ли ученик закономерность. Поэтому занятие учит осознанно выбирать стратегию.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1:00-1:27. Разработка состоит из связанных материалов. Комплект учителя задаёт ход занятия. Проектный кейс ставит задачу, рабочий лист собирает данные, тренажёр помогает наблюдать и проверять гипотезы. Затем команда оформляет диагностический маршрут, а КИМы и рубрикатор проверяют результат.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1:27-2:02. Пять спринтов опираются на конкретные материалы. Входной КИМ фиксирует исходную стратегию. Рабочий лист хранит данные трёх попыток и проверку закономерности. Затем команда переносит выводы в шаблон маршрута и передаёт продукт другой команде. Рубрикатор делает обратную связь проверяемой.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2:02-2:34. Итоговый продукт появляется не в тренажёре. Проектный кейс задаёт задачу, рабочий лист собирает доказательства, а шаблон помогает оформить маршрут. После независимой проверки команда исправляет неоднозначности. Тренажёр используется внутри этого процесса для наблюдения шага и проверки гипотезы.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2:34-2:58. Оценивание разделяет индивидуальное освоение и качество командного продукта. Входной тест фиксирует исходный уровень. Практический кейс проверяет диагностику ошибок. Итоговая задача выполняется без подсказок, а маршрут получает отдельную оценку по пяти критериям. Проценты на слайде являются ориентирами первого пилота.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2:58-3:20. Учитель получает не набор разрозненных файлов, а готовую систему. Комплект учителя связывает проектное задание, рабочий лист, шаблон маршрута, КИМы и рубрикатор. Занятие можно провести с онлайн-тренажёром, автономным HTML-файлом или полностью по печатным материалам.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3:20-3:28. В результате подготовлен воспроизводимый комплект двух уроков с ученическим продуктом, диагностикой и оцениванием. Спасибо за внимание!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59d39dbfc4946" /></Relationships>
</file>

<file path=ppt/slideLayouts/slideLayout1.xml><?xml version="1.0" encoding="utf-8"?>
<p:sldLayout xmlns:p="http://schemas.openxmlformats.org/presentationml/2006/main" matchingName="DEFAULT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1669723634dc6" /><Relationship Type="http://schemas.openxmlformats.org/officeDocument/2006/relationships/slideLayout" Target="/ppt/slideLayouts/slideLayout1.xml" Id="Rbf47144567bd47c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18F1466-6A06-4BB5-BDB6-75C3DEA29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18DA77B-2C38-4D4E-889A-DC9CE6811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2004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8575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47144567bd47c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460692bfe4168" /><Relationship Type="http://schemas.openxmlformats.org/officeDocument/2006/relationships/image" Target="/ppt/media/image.jpeg" Id="R6ddea0adc5e545dc" /><Relationship Type="http://schemas.openxmlformats.org/officeDocument/2006/relationships/notesSlide" Target="/ppt/notesSlides/notesSlide1.xml" Id="R878c44667eea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2c2bc230147c2" /><Relationship Type="http://schemas.openxmlformats.org/officeDocument/2006/relationships/image" Target="/ppt/media/image.jpeg" Id="R3f063a66b4234a1e" /><Relationship Type="http://schemas.openxmlformats.org/officeDocument/2006/relationships/notesSlide" Target="/ppt/notesSlides/notesSlide2.xml" Id="Rf56b98f08ee44d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341033ccb4578" /><Relationship Type="http://schemas.openxmlformats.org/officeDocument/2006/relationships/image" Target="/ppt/media/image.png" Id="Rbdec84371a7b41fe" /><Relationship Type="http://schemas.openxmlformats.org/officeDocument/2006/relationships/notesSlide" Target="/ppt/notesSlides/notesSlide3.xml" Id="R9bee575f26c543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624c52d8a4a76" /><Relationship Type="http://schemas.openxmlformats.org/officeDocument/2006/relationships/image" Target="/ppt/media/image.jpeg" Id="R1301fa8668934e22" /><Relationship Type="http://schemas.openxmlformats.org/officeDocument/2006/relationships/notesSlide" Target="/ppt/notesSlides/notesSlide4.xml" Id="Re44677657072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651e233f54d85" /><Relationship Type="http://schemas.openxmlformats.org/officeDocument/2006/relationships/image" Target="/ppt/media/image.jpeg" Id="R5083829e35564613" /><Relationship Type="http://schemas.openxmlformats.org/officeDocument/2006/relationships/notesSlide" Target="/ppt/notesSlides/notesSlide5.xml" Id="Rb892aa108dd84b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3a0f2ab814a4e" /><Relationship Type="http://schemas.openxmlformats.org/officeDocument/2006/relationships/image" Target="/ppt/media/image.jpeg" Id="R8bb69cf55fbf45e3" /><Relationship Type="http://schemas.openxmlformats.org/officeDocument/2006/relationships/image" Target="/ppt/media/image2.png" Id="R4869c695a5684fa9" /><Relationship Type="http://schemas.openxmlformats.org/officeDocument/2006/relationships/notesSlide" Target="/ppt/notesSlides/notesSlide6.xml" Id="R82e85089050b46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463756eb148de" /><Relationship Type="http://schemas.openxmlformats.org/officeDocument/2006/relationships/image" Target="/ppt/media/image.jpeg" Id="R7f2b0fbb923d428d" /><Relationship Type="http://schemas.openxmlformats.org/officeDocument/2006/relationships/notesSlide" Target="/ppt/notesSlides/notesSlide7.xml" Id="Rc03cccdbb421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4baa0ef42481e" /><Relationship Type="http://schemas.openxmlformats.org/officeDocument/2006/relationships/image" Target="/ppt/media/image.jpeg" Id="R8689192559a14366" /><Relationship Type="http://schemas.openxmlformats.org/officeDocument/2006/relationships/notesSlide" Target="/ppt/notesSlides/notesSlide8.xml" Id="R87708e31c3bb44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24d7f599d4a65" /><Relationship Type="http://schemas.openxmlformats.org/officeDocument/2006/relationships/image" Target="/ppt/media/image.png" Id="R76b769fd7bef4dc6" /><Relationship Type="http://schemas.openxmlformats.org/officeDocument/2006/relationships/notesSlide" Target="/ppt/notesSlides/notesSlide9.xml" Id="R97e9e751c44f49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Google Shape;13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dea0adc5e545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575B7277-0D8E-4BCE-9D3A-5A0A422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01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75F0AC0-E0E5-4084-B7DB-1508168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49960"/>
            <a:ext cx="10972080" cy="13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50" b="1">
                <a:solidFill>
                  <a:srgbClr val="0F0F0F"/>
                </a:solidFill>
                <a:latin typeface="Arial"/>
                <a:ea typeface="Arial"/>
                <a:cs typeface="Arial"/>
              </a:defRPr>
            </a:pPr>
            <a:r>
              <a:rPr sz="4650" b="1" i="0" u="none" cap="none">
                <a:solidFill>
                  <a:srgbClr val="0F0F0F"/>
                </a:solidFill>
                <a:latin typeface="Arial"/>
                <a:ea typeface="Arial"/>
                <a:cs typeface="Arial"/>
              </a:rPr>
              <a:t>«Тьюринг под лупой»</a:t>
            </a:r>
            <a:endParaRPr sz="40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48F6F-4954-4253-821B-8318186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Методическая разработка двух уроков для 11 класса</a:t>
            </a:r>
          </a:p>
          <a:p xmlns:a="http://schemas.openxmlformats.org/drawingml/2006/main">
            <a:pPr>
              <a:buNone/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КИМы и комплект учителя</a:t>
            </a:r>
          </a:p>
        </p:txBody>
      </p:sp>
    </p:spTree>
    <p:extLst>
      <p:ext uri="{BB962C8B-B14F-4D97-AF65-F5344CB8AC3E}">
        <p14:creationId xmlns:p14="http://schemas.microsoft.com/office/powerpoint/2010/main" val="15707694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Google Shape;5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063a66b4234a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9DDFD32E-80FA-4486-A1D7-9B8474F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7722C835-C66C-4D46-9199-00A1E5BD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  <a:endParaRPr sz="17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70A4964A-C463-4AAA-9C9C-2115332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Занятие в одном кадре</a:t>
            </a:r>
            <a:endParaRPr sz="2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8A2B3F71-17E5-4B7C-AC59-92130056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600" b="0" i="0" u="none" cap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Информатика и математика. Два урока по 45 минут.</a:t>
            </a:r>
            <a:endParaRPr sz="145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0B524B89-7762-4EC4-8670-FFACC6CF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1889E89E-B3F2-4EFF-B6CB-4FF8F53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140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Когда трассировать, а когда рассуждать?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7EADCD79-69FB-432D-853C-3224507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Предметы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2AB7B67-D673-417F-A035-B09EF81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9D4F9A76-7E71-4CB1-93BB-1227CD5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Информатика + математика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15ACCE51-BB2B-467A-9A5B-5935289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Класс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FFA481F2-5583-45FD-98F3-B1540F2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429DCD54-639F-46F5-9C8A-04D6B31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11 класс, 16-18 лет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1AC6BE29-36AD-4803-809E-DA3ACA6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Формат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23E85E9D-72DA-4DDB-BCCE-19DFF76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3A4A6C5-1244-4704-A11D-A8BBC04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76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Команды 3-5 человек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F494453E-85FC-40D8-B877-8601E17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960"/>
            <a:ext cx="10911600" cy="1099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D54DFE03-6468-4230-93B4-DFABC598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500080"/>
            <a:ext cx="103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 занятия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12DDE954-9DCE-469B-9A11-D5460B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870160"/>
            <a:ext cx="1039968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который другая команда применяет без пояснений авторов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382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Google Shape;7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ec84371a7b41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F2A25D5A-0CEB-418B-8A31-7904BACC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03</a:t>
            </a:r>
            <a:endParaRPr sz="11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B3367A95-27E4-4B65-9B18-EB1F939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BE74DF5A-D91B-42A1-B0F1-CEEB297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Проблема</a:t>
            </a:r>
            <a:endParaRPr sz="2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79A34D4-766F-42C8-BC26-777AD6BF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949968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B9B9BD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B9B9BD"/>
                </a:solidFill>
                <a:latin typeface="Arial"/>
                <a:ea typeface="Arial"/>
                <a:cs typeface="Arial"/>
              </a:rPr>
              <a:t>Полная трассировка помогает увидеть механику, но на длинной ленте повышает риск ошибки.</a:t>
            </a:r>
            <a:endParaRPr sz="14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FEF815D-6387-41D3-B4B6-47ABDF9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AE1FC39F-7C96-44D7-952B-DED61757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Ученик механически выполняет десятки команд и теряет время.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89FEA8BA-AF6E-4A11-9879-DF161EB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0120"/>
            <a:ext cx="1091160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83B6A70-49B8-5F69-C890-A15FA6C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351360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6D816BA-982A-3B2E-88F4-CE152640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366372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Ошибки накапливаются, а итоговый ответ не показывает источник затруднения.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67AA7364-7C84-F636-1E21-4875802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4588201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14CF3C0F-20C8-6AB7-0B61-4D38DD8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4738321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Учителю нужен воспроизводимый способ научить выбирать стратегию и подтверждать её данными.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4636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9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01fa8668934e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EB781C8-AD88-4B2C-874C-2112C07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3FD907-3B63-4D08-9FC6-A60BFD0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268F696-EF55-4C3B-952E-D212E97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Методическая система урока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A845AB5-E488-4478-8D6D-0A41B9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Материалы связывают действия учителя, исследование ученика и проверяемый результат.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BCB9B6E-B0F3-4FF9-9AC9-6FCC71C4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0EB6E5-991E-4EB2-8590-A2DF659C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24100"/>
            <a:ext cx="109156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936FEA-48FE-4855-B5DC-2C424B5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Комплект учителя управляет ходом двух уроков: сценарий, карточки пары, резервные решения и ключи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4F339F2-A0E3-472A-926D-B02028C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A84868-7ECD-4E35-9FC1-3723DDE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708070-5D3F-4B2B-8601-5BE56148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6FD338C-5E52-4E77-9E60-A2D176F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481026-2116-4944-91E3-9DCAD92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4ED0C4B-164D-474D-BB9F-AAC0E9E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Проектный кейс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13D625-640B-42B2-93DF-D14E45B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Роль, заказчик и задача команды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04CA056-6885-4C8C-8205-011C443A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6C83425-5315-422E-BD3F-337187D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1632CCE-CB1C-46B1-AE58-A49A557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Гипотеза, три попытки и доказательства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7E2E73-31EB-41F6-9A80-26D7ED3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7AC943"/>
          </a:solidFill>
          <a:ln xmlns:a="http://schemas.openxmlformats.org/drawingml/2006/main" w="9525">
            <a:solidFill>
              <a:srgbClr val="287C3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4992DE-7020-40C2-B7C2-49A6B82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Тренажёр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67386F6-3648-467F-A553-02A26B7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Наблюдение шага и проверка гипотезы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0B80CE4-0B84-491E-B752-8356814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49453E9-B986-4C43-BCBC-913561AA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11EE3F6-75A0-4E27-BB8E-AA43DCBB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стратегии, карта ошибок и пример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AF00C4B-801D-41E7-9E0A-24DF3E8F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C50EC39-3B00-4227-B345-3309D883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КИМы и рубрикатор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D5D3A26-FB64-4046-9FDE-0E72059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Контроль переноса и экспертиза продукта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D6529A-BC24-4C14-BBAE-D6866B2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 создаёт ученик: диагностический маршрут выбора стратегии, проверенный другой командой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E9B0243-B505-4942-B597-F9747B3E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Тренажёр занимает один этап системы и поставляет данные для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1529132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1" name="Google Shape;11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83829e355646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4257CB8-48D6-4CA8-B226-E115BD9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3ED7E1A-D6B1-4C77-95B8-936D66E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F1B1B8A-2705-4450-A6BF-154B94D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Пять спринтов и материалы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392AB86-2A77-41B1-9C76-BE4A704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Каждый этап заканчивается артефактом, который входит в итоговый маршрут.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33E96F1-2E86-464E-A472-EF37554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62998E3-CC72-4BB4-8D12-87AB2D8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505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55A4FD-664C-42E0-BDED-35B1DAF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9D9CBFA-E076-4413-AFDC-01BCCC0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3E1FA2C-984F-4BD2-8056-7F883965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Исходная стратегия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4F52057-849B-4B4C-AE8F-BB6F4E3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Входной замер и первый способ рассуждения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08A8B35-9230-49AF-BBDD-954A1BB2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КИМ + рабочий лист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05EAFD7-68CA-4A7F-B28F-B13A920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мин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66C1F47-F64B-4ABB-914F-FF2BBB1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95625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2178CA3-065A-4998-85F1-0210A84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9DF5715-D829-45C3-A56C-6BE36AE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FE5B19-DA9B-4F1D-8CE5-9739C4E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718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CD2AD0E-AF5D-44BA-9B6E-54921EA6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Попытка 1 отдельно; сравнение только попыток 2 и 3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F41165A-1B0A-45FF-8088-494B17D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718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Карточки + рабочий лист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05B9A24-7CE6-4BF8-AF83-258E89F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718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 мин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113A5A7-468D-4D2D-BEDD-A1C4D70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8620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AB0F119-0D3E-4E93-B1A7-BD4B283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C23E9F1-74EA-4783-A473-982A59E3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C9768BC-D9DB-46AD-B985-B1F159F1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Закономерность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92F82D1-BB6C-4FF6-8737-0706844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Цикл или инвариант, обычный и граничный пример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DCC2508-80A6-4105-9C44-11932C4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9ACCB84-3938-4A3B-B8F4-CBD7139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99A0C2C-06F9-4414-9BDD-3A0AEF74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BA9D71C-719E-4C11-B223-8EF5619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965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B616412-6979-401F-A231-FED24EF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9650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A69A944-DF46-4C1C-90F5-6ED274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5297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Сборка маршрута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7BD381D-58F1-45CC-A89C-91CC346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529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ветви стратегии, пример и карта ошибок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8EB0248-8F9E-44C1-9735-598D799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529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96C25E6-6579-48ED-8413-DE6930C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 мин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1C5E2E5-F8DE-48C7-AC63-944938E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BE3B02-4377-4846-9AD2-68815FE7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1C703CF-3557-4896-9A13-3E7A5D32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580FF42-630D-4968-876D-735070F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D5E3245-A618-4451-B4BB-ACCCDB47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Другая команда применяет продукт без пояснений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BA89421-6768-4837-820C-F9712ED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Маршрут + рубрикатор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3430B52-3A27-40D3-9686-D6B23A0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435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</p:spTree>
    <p:extLst>
      <p:ext uri="{BB962C8B-B14F-4D97-AF65-F5344CB8AC3E}">
        <p14:creationId xmlns:p14="http://schemas.microsoft.com/office/powerpoint/2010/main" val="145088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Google Shape;14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b69cf55fbf45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9c695a5684fa9"/>
          <a:srcRect xmlns:a="http://schemas.openxmlformats.org/drawingml/2006/main" l="0" t="17402" r="0" b="17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9825" y="3829050"/>
            <a:ext cx="5095875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C7F4DA5-9132-44F7-915C-B3BE199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C403B0A-12D5-4E41-BC01-25998A7A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9E5C469-C843-43D3-ACDB-F3ACE86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 создаётся ученический продукт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1CE3A52-98CA-485C-AED0-5201C7FA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Материалы ведут команду от проектного вопроса к маршруту для другого ученика.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AE2E16D-DA27-4726-814F-71B9983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1EAB8EB-ED55-4C9D-9BCF-A2DF7E8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AC943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43B39E0-7104-4A0E-9981-1BF52CA2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CA50C67-8667-411A-83CF-CE36D59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E900F94-2911-403F-9023-FAE058E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288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Проектный кейс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4261FFE-4F7B-435D-8A49-BBF3279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527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Команда получает роль, заказчика и критерии готовности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46110CC-14DA-4CD1-966F-5841B10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33E365E-4E43-4C2B-AE0F-FBABBA5B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82AF6DD-5EF8-4625-9A73-9B44A40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051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7307653-1B2F-47CB-A8DE-740DCEAB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290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Фиксирует стратегии, данные попыток, ошибки и проверку ИИ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0054653-61E4-425E-9B91-85D4543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4C181C5-ECA7-4A07-8811-C80C493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6A4A368-C1B5-4D5B-B0B0-C2C9371E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1814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5DDEF11-CD54-48DD-B667-8F4C6EE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Собирает условия выбора, доказательство и карту ошибок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3AB8A4E-F6CB-4808-B6D1-AB0C4CE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076511E-7723-4017-910A-63C3A5A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B819CE7-8AE7-4B56-A6ED-FD6C466C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577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758C264-F7FA-4F41-B056-A86DB30B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81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Другая команда применяет маршрут без устных пояснений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94973C0-0D6A-44DC-B588-00508DDD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5286375" cy="1228725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BA43A70-24AA-47BC-874F-5A024CE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Тренажёр внутри процесса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CAE0554-5899-4338-BEC2-A970B98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Показывает отдельный шаг, сохраняет данные попытки и помогает проверить гипотезу. Объяснение и маршрут формулируют ученики.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EB67B9E-F379-44F3-8F95-9DFF30FF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5312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Для демонстрации достаточно одного прогноза и одного шага</a:t>
            </a:r>
          </a:p>
        </p:txBody>
      </p:sp>
    </p:spTree>
    <p:extLst>
      <p:ext uri="{BB962C8B-B14F-4D97-AF65-F5344CB8AC3E}">
        <p14:creationId xmlns:p14="http://schemas.microsoft.com/office/powerpoint/2010/main" val="21417836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5" name="Google Shape;17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2b0fbb923d42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A6DF391-F874-49F7-8CF3-E7E67E9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AC9F538-9522-4F1D-BB74-61CC700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2298184-D32F-4A31-B640-5DCF91C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 и оценивание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9007A6B-17C9-4B9E-AE54-0A87A798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КИМы проверяют индивидуальный перенос, рубрикатор оценивает качество командного продукта.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9851FFF-813A-4B3D-8717-A14A49B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4965951-0507-453D-AE5F-133C08E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18BA6B7-0B82-4A6C-B124-953E7AF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80289B9-BE8A-41F8-A5A1-3FA384BF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AD57168-3813-4ADD-A86C-A450A3D5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Входной мини-тест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FA1471B-D962-474A-ABFA-3A0C5F4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Индивидуально, 5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Механика команды и выбор стратегии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A815559-E0A3-4827-B08E-9356E25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12D75B7-A8C1-4D96-9951-29FA272C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402F69A-8A73-453C-8826-CE5CB2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6142A61-AB8B-40F0-937B-8E6AE0B1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Практический кейс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E4E0CF1-22A2-48C5-AAAA-8D4BA77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Командно, 5-7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ошибки в готовом объяснении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50779D2-CE4E-44B9-A715-AFFE5F1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CA6C78A-2A01-4B7A-89E8-A6BCAE46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04DC57E-7901-41F6-8353-8535A8E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4B5C3DB-8B1A-49F5-92A8-5E7960D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Итоговая задача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40A4E1D-33E2-45D3-9363-065D9A8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Индивидуально, 3-5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Варианты А и Б без подсказок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8F14083-9FB1-4B1C-9B47-130B709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ED4AC1F-9F64-4494-BDD1-853C9E3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091DEEC-9532-4F6B-91A6-E6F782B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2D0EC81-6794-412F-B38F-B7BD831F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Экспертиза маршрута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74ED913-B6C9-449D-BE65-BB5EFA1B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Рубрикатор 0-15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Пять наблюдаемых критериев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4DA4ADC-4648-4003-B8F4-6704F69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09156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C095F33-1E50-48A6-92A5-0A19875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Пилотные ориентиры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BB2322F-5CFD-45A2-A09E-BC9ACBF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24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≥80%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146ADDE-D3DB-43BA-B636-A9A4573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решают итоговую задачу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без подсказок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7DD18A0-0D36-43F8-A7C6-0CF0A734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≥75%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3AB4CFA-9642-4BE1-AB6A-339484F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маршрутов применяются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без пояснений авторов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20790B1-EC9C-4898-A4E3-689C945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Обязательные условия принятия важнее суммы; ИИ проверяется только при использовании</a:t>
            </a:r>
          </a:p>
        </p:txBody>
      </p:sp>
    </p:spTree>
    <p:extLst>
      <p:ext uri="{BB962C8B-B14F-4D97-AF65-F5344CB8AC3E}">
        <p14:creationId xmlns:p14="http://schemas.microsoft.com/office/powerpoint/2010/main" val="3403209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7" name="Google Shape;20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89192559a143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C61D891-7277-4191-869C-7D3BDDCF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A9D8637-A26D-4E15-B5BC-DC170F32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F96260F-02CD-401B-9841-3635D4D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 получает учитель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4F3F758-2A14-40C6-8A48-66BD9A3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Готовый комплект для двух уроков и резервных сценариев.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CC17E7A-FC47-41EF-80C6-276E7EA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C2C1C6-68E5-4EFA-8DF5-18FACF4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CC74281-716D-49B3-BBAD-504B7E6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D1A0F8A-A1A0-4857-9D1B-B3A06A9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14C4126-49D5-4A25-A678-3A88FC3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57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Комплект учителя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1C5F74D-7E05-41B4-93D3-C943803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71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Ход двух уроков, вопросы, поддержка и резерв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2D2BE89-555A-4A0B-8C84-7D8F29B9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89C1B51-34AC-4604-911A-F7BD377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5F4B5CD-5499-4F6C-8263-52C11A3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84DFD88-B1E2-4E56-838F-5893ABD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Карточки и резерв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33E4600-78B0-4D85-8668-1E69CF1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71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Назначение пары, ключи и работа без компьютера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3317F84-2850-4C78-9EB4-43D964D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27F227F-A733-4438-B610-E40CC632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2F31CCB-C2F7-428D-918D-8558C95A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F2D80C4-4900-40C5-A5E5-7FE3BA8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67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22962BC-E346-412C-9797-3CBD8AE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81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Свободная попытка, контролируемая пара и выводы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738394F-3529-425A-87CE-CF1DD86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ABC065B-85ED-4D9C-A3B2-D910EE7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2300DC7-B574-4C84-9D34-0B63426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1A38C0A-2C3B-4233-91E1-6EFA88D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и образец маршрута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86D1993-843B-4A74-80C3-1E4987A7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81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Пустая форма и заполненный демонстрационный пример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4D8A1A2-3E0E-4F8F-B7D2-1F6499E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9A04C88-04A8-49D7-9964-7265D2D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FA7BFD9-BB5C-40E6-B7F8-787D4F9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19F9576-3B51-45EC-9D98-6871C1AF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76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Контрольно-измерительные материалы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1AB8614-9F86-4AEB-A1E1-B089F7B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7910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Трёхсостоянийные итоговые варианты и ключи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676FD47-22C8-406A-9FA7-423B785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84C9121-E7FF-43BF-8300-252B7493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469F0AE-6A2B-4963-A2E3-B8597BD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72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08C9270-90C3-4106-B7B6-0186D7B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Подробный рубрикатор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E7AF9C0-D1DC-4F23-AEBA-7A34E77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910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Пять критериев и обязательные условия принятия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A23A362-9406-4B3D-AD9C-20F181C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34025"/>
            <a:ext cx="109156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BD9B648-4D4F-45DF-9506-8B4369A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Проведение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8F9AB6F-C431-4076-8A2F-20D69DD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57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Онлайн: тренажёр и формы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EC7F687-2A2C-4B22-B01B-3F8EDF8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578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Автономно: HTML + папка материалов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70C35D0-96CF-4016-97BE-F308CBD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6578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Без компьютеров: таблицы и данные попыток</a:t>
            </a:r>
          </a:p>
        </p:txBody>
      </p:sp>
    </p:spTree>
    <p:extLst>
      <p:ext uri="{BB962C8B-B14F-4D97-AF65-F5344CB8AC3E}">
        <p14:creationId xmlns:p14="http://schemas.microsoft.com/office/powerpoint/2010/main" val="40776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0" name="Google Shape;22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b769fd7bef4d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A315DF6-861F-4EE6-B9C9-A18C02C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52675"/>
            <a:ext cx="981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Готова целостная методическая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двух уроков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FB7E720-1967-4E79-B560-D77D015A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14775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3C4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3C4C7"/>
                </a:solidFill>
                <a:latin typeface="Arial"/>
                <a:ea typeface="Arial"/>
                <a:cs typeface="Arial"/>
              </a:rPr>
              <a:t>Сценарий, задания, резерв, диагностика и оценивание согласованы между собой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94931D9-6F82-42CB-B283-ABACED76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57850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C3C4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4C7"/>
                </a:solidFill>
                <a:latin typeface="Arial"/>
                <a:ea typeface="Arial"/>
                <a:cs typeface="Arial"/>
              </a:rPr>
              <a:t>Спасибо за внимание!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487693E-E325-414A-A273-539D414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658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58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09964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2026-09-17T15:58:29.0030000Z</dcterms:created>
  <dcterms:modified xsi:type="dcterms:W3CDTF">2026-09-17T15:58:29.0030000Z</dcterms:modified>
</coreProperties>
</file>